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Apresentar o tema e o objetivo do projeto em uma frase: monitorar continuamente o ambiente onde as plantas ficam, com hardware embarcado rodando Android.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Contextualizar: o projeto nasceu da dificuldade de acompanhar continuamente as condições ideais para o estudo de plantas. A solução integra hardware, app, rede e nuvem.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foco do trabalho final é a integração. Cada pilar entra de forma concreta, não decorativa.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Percorrer da esquerda para a direita: sensores no Sense HAT, camada nativa em C, conversão em Kotlin, serviço de coleta, MQTT, ThingsBoard e, de volta, o app em modo painel via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etapa mostra o dado real medido no kit. Destacar a etapa 3, a compensação térmica, que é o ponto mais delicado do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do barramento foi obtido com i2cdetect, e cada chip foi confirmado pelo registrador WHO_AM_I antes de qualquer linha de código do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app verifica se /dev/i2c-1 existe. Na Pi ele coleta e publica; no celular ele apenas consulta a plataforma. Um APK só, sem variantes de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RSSI não é enfeite: ele é publicado como telemetria, o que permite correlacionar falhas de envio com a qualidade do enlace.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escolha por um container único simplifica a demonstração: um comando sobe broker, banco e dashboard. Todo o provisionamento é feito por script, de forma reproduzível.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ordem importa: validar o hardware primeiro evitou perder tempo depurando o app por um problema que seria de driver.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Estes três desafios não são incidentais: eles são a razão de o projeto ter uma camada nativa em C em vez de usar o SensorManager.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primeiros foram encontrados e corrigidos durante os testes em hardware real, não em teoria.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o Status Report 1 deixando claro que o protótipo já funciona de ponta a ponta e que o próximo relatório trata de resultados e integração.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5120640" cy="5120640"/>
          </a:xfrm>
          <a:prstGeom prst="ellipse">
            <a:avLst/>
          </a:prstGeom>
          <a:solidFill>
            <a:srgbClr val="2C5F2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023360"/>
            <a:ext cx="3108960" cy="3108960"/>
          </a:xfrm>
          <a:prstGeom prst="ellipse">
            <a:avLst/>
          </a:prstGeom>
          <a:solidFill>
            <a:srgbClr val="97BC62">
              <a:alpha val="2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 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GreenPi Monitor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 desenvolvimento de um sistema IoT de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ambiental para o estudo de plantas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5394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Caio Cesar · Curso de Android e Internet das Coisas (IoT)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de Pesquisas Eldorado · Campinas, SP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Tema do grupo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que motivou o projeto e a solução proposta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FFF3E0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8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acompanhamento contínuo das condições do ambiente onde as plantas são mantidas.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9008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8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Medições manuais são pontuais: perdem variações ao longo do dia e da noite.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31336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8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histórico, é impossível correlacionar o desenvolvimento da planta com temperatura, umidade e luz.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672584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8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acesso remoto às condições do ambiente.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E8F5E9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83680" y="1737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1488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 com Android embarcado lê sensores ambientais reais a cada 10 segundos.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99008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telemetria sobe por MQTT para uma plataforma de IoT que armazena todo o histórico.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831336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Android mostra as condições com alerta por cor e gráficos do histórico.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4672584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aplicativo funciona no dispositivo embarcado e em um celular comum.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GreenPi Monitor · Caio Cesar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Integração dos pilares do curso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do curso tem um papel concreto na solução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7872" cy="1975104"/>
          </a:xfrm>
          <a:prstGeom prst="roundRect">
            <a:avLst>
              <a:gd name="adj" fmla="val 4167"/>
            </a:avLst>
          </a:prstGeom>
          <a:solidFill>
            <a:srgbClr val="E8F5E9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71907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37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Operacionais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258568"/>
            <a:ext cx="30723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16 AOSP na Pi 5. Acesso a /dev e /sys, serviço de primeiro plano com thread dedicada e wake lock.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5968" y="1481328"/>
            <a:ext cx="3547872" cy="1975104"/>
          </a:xfrm>
          <a:prstGeom prst="roundRect">
            <a:avLst>
              <a:gd name="adj" fmla="val 4167"/>
            </a:avLst>
          </a:prstGeom>
          <a:solidFill>
            <a:srgbClr val="FFF3E0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1719072"/>
            <a:ext cx="384048" cy="384048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53712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47488" y="1737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Embarcado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2258568"/>
            <a:ext cx="30723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nativa em C (NDK/JNI) falando I2C por ioctl — o mesmo caminho de uma HAL.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83296" y="1481328"/>
            <a:ext cx="3547872" cy="1975104"/>
          </a:xfrm>
          <a:prstGeom prst="roundRect">
            <a:avLst>
              <a:gd name="adj" fmla="val 4167"/>
            </a:avLst>
          </a:prstGeom>
          <a:solidFill>
            <a:srgbClr val="E1F5FE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719072"/>
            <a:ext cx="384048" cy="384048"/>
          </a:xfrm>
          <a:prstGeom prst="ellipse">
            <a:avLst/>
          </a:prstGeom>
          <a:solidFill>
            <a:srgbClr val="0277B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814816" y="1737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Básico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258568"/>
            <a:ext cx="30723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Kotlin com Activities, SharedPreferences, ViewBinding e View customizada em Canvas.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694176"/>
            <a:ext cx="3547872" cy="1975104"/>
          </a:xfrm>
          <a:prstGeom prst="roundRect">
            <a:avLst>
              <a:gd name="adj" fmla="val 4167"/>
            </a:avLst>
          </a:prstGeom>
          <a:solidFill>
            <a:srgbClr val="F3E5F5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6384" y="3931920"/>
            <a:ext cx="384048" cy="38404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6384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9502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de Computadores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" y="4471416"/>
            <a:ext cx="30723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com QoS 1 para o uplink; HTTP/REST com JWT para consultar o histórico.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15968" y="3694176"/>
            <a:ext cx="3547872" cy="1975104"/>
          </a:xfrm>
          <a:prstGeom prst="roundRect">
            <a:avLst>
              <a:gd name="adj" fmla="val 4167"/>
            </a:avLst>
          </a:prstGeom>
          <a:solidFill>
            <a:srgbClr val="E8F5E9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53712" y="393192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53712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047488" y="39502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Conectividade sem fio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53712" y="4471416"/>
            <a:ext cx="30723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802.11ac em 5 GHz. O RSSI do enlace é coletado como telemetria de qualidade.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83296" y="3694176"/>
            <a:ext cx="3547872" cy="1975104"/>
          </a:xfrm>
          <a:prstGeom prst="roundRect">
            <a:avLst>
              <a:gd name="adj" fmla="val 4167"/>
            </a:avLst>
          </a:prstGeom>
          <a:solidFill>
            <a:srgbClr val="E1F5FE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1040" y="3931920"/>
            <a:ext cx="384048" cy="384048"/>
          </a:xfrm>
          <a:prstGeom prst="ellipse">
            <a:avLst/>
          </a:prstGeom>
          <a:solidFill>
            <a:srgbClr val="0277B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210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814816" y="39502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de IoT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4471416"/>
            <a:ext cx="30723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ThingsBoard: broker MQTT, banco de série temporal, dashboard web e motor de regras.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GreenPi Monitor · Caio Cesar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do sistema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hardware, aplicativo, rede e plataforma se conectam</a:t>
            </a:r>
            <a:endParaRPr lang="en-US" sz="1400" dirty="0"/>
          </a:p>
        </p:txBody>
      </p:sp>
      <p:pic>
        <p:nvPicPr>
          <p:cNvPr id="4" name="Image 0" descr="/Users/caiocesar/StudioProjects/FinalProject/Entrega/Outros/diagramas/arquite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072" y="1353312"/>
            <a:ext cx="8750808" cy="4892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GreenPi Monitor · Caio Cesar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de dados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um registrador I2C até o gráfico, com valores reais medidos</a:t>
            </a:r>
            <a:endParaRPr lang="en-US" sz="1400" dirty="0"/>
          </a:p>
        </p:txBody>
      </p:sp>
      <p:pic>
        <p:nvPicPr>
          <p:cNvPr id="4" name="Image 0" descr="/Users/caiocesar/StudioProjects/FinalProject/Entrega/Outros/diagramas/fluxo_dad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1353312"/>
            <a:ext cx="9308592" cy="4892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GreenPi Monitor · Caio Cesar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e barramento I2C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Montagem física e identificação dos chips no kit</a:t>
            </a:r>
            <a:endParaRPr lang="en-US" sz="1400" dirty="0"/>
          </a:p>
        </p:txBody>
      </p:sp>
      <p:pic>
        <p:nvPicPr>
          <p:cNvPr id="4" name="Image 0" descr="/Users/caiocesar/StudioProjects/FinalProject/Entrega/Outros/diagramas/hardw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344" y="1353312"/>
            <a:ext cx="8970264" cy="4892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GreenPi Monitor · Caio Cesar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Aplicativo Android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APK, dois papéis — detectados em tempo de execução</a:t>
            </a:r>
            <a:endParaRPr lang="en-US" sz="1400" dirty="0"/>
          </a:p>
        </p:txBody>
      </p:sp>
      <p:pic>
        <p:nvPicPr>
          <p:cNvPr id="4" name="Image 0" descr="/Users/caiocesar/StudioProjects/FinalProject/Entrega/Outros/evidencias/app_pi_princip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4892040" cy="27523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22452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 — modo coletor + painel</a:t>
            </a:r>
            <a:endParaRPr lang="en-US" sz="1150" dirty="0"/>
          </a:p>
        </p:txBody>
      </p:sp>
      <p:pic>
        <p:nvPicPr>
          <p:cNvPr id="6" name="Image 1" descr="/Users/caiocesar/StudioProjects/FinalProject/Entrega/Outros/evidencias/app_celular_princip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417320"/>
            <a:ext cx="1417320" cy="31455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0" y="4617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— modo painel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7818120" y="1417320"/>
            <a:ext cx="3840480" cy="4206240"/>
          </a:xfrm>
          <a:prstGeom prst="roundRect">
            <a:avLst>
              <a:gd name="adj" fmla="val 2143"/>
            </a:avLst>
          </a:prstGeom>
          <a:solidFill>
            <a:srgbClr val="F7F9F7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809244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e funcionalidades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092440" y="2084832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— seis cartões coloridos por faixa e faixa de status geral do ambiente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092440" y="2953512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— quatro gráficos das últimas 3 horas, desenhados em Canvas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8092440" y="3822192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 — servidor, token, intervalo e fator de calibração, com teste de conexão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8092440" y="4690872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de coleta em primeiro plano, com notificação persistente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GreenPi Monitor · Caio Cesar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 e protocolos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protocolos, cada um no papel em que se sai melhor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3E0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 ·  uplink da telemetria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8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1883 · QoS 1 · keep-alive de 30 s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8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v1/devices/me/telemetry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8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pelo token do dispositivo, no campo de usuário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8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Escolhido pelo baixo overhead e pela confirmação de entrega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3E5F5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REST  ·  consulta do histórico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14884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8080 · autenticação por JWT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/api/plugins/telemetry/DEVICE/{id}/values/timeseries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pela tela de Histórico e pelo modo painel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Escolhido por ser consulta pontual, sob demanda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11109960" cy="1783080"/>
          </a:xfrm>
          <a:prstGeom prst="roundRect">
            <a:avLst>
              <a:gd name="adj" fmla="val 4615"/>
            </a:avLst>
          </a:prstGeom>
          <a:solidFill>
            <a:srgbClr val="E8F5E9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68680" y="40416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física — Wi-Fi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4348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802.11ac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11149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44348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5745 MHz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511149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44348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433 Mbps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511149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do enlace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44348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−52 dBm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511149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RSSI medido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509760" y="44348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192.168.0.18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9509760" y="511149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 da Pi 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GreenPi Monitor · Caio Cesar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de IoT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ThingsBoard Community Edition, em um único container Docker</a:t>
            </a:r>
            <a:endParaRPr lang="en-US" sz="1400" dirty="0"/>
          </a:p>
        </p:txBody>
      </p:sp>
      <p:pic>
        <p:nvPicPr>
          <p:cNvPr id="4" name="Image 0" descr="/Users/caiocesar/StudioProjects/FinalProject/Entrega/Outros/evidencias/thingsboard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440680" cy="4251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63640" y="1417320"/>
            <a:ext cx="5394960" cy="4251960"/>
          </a:xfrm>
          <a:prstGeom prst="roundRect">
            <a:avLst>
              <a:gd name="adj" fmla="val 1935"/>
            </a:avLst>
          </a:prstGeom>
          <a:solidFill>
            <a:srgbClr val="E1F5FE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583680" y="1645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utilizados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2103120"/>
            <a:ext cx="4754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15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MQTT integrado, sem componente externo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2816352"/>
            <a:ext cx="4754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15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com série temporal indexada por timestamp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3529584"/>
            <a:ext cx="4754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15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web: 6 cartões de valor corrente e 4 gráficos históricos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4242816"/>
            <a:ext cx="4754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15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regras para alarmes por limiar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4956048"/>
            <a:ext cx="4754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15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usada pelo aplicativo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GreenPi Monitor · Caio Cesar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Etapas de construção do protótipo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validação do hardware ao sistema integrado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472184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472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356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 do hardware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43560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Varredura do barramento com i2cdetect e confirmação de cada chip pelo WHO_AM_I, antes de escrever código.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59536" y="1874520"/>
            <a:ext cx="0" cy="265176"/>
          </a:xfrm>
          <a:prstGeom prst="line">
            <a:avLst/>
          </a:prstGeom>
          <a:noFill/>
          <a:ln w="19050">
            <a:solidFill>
              <a:srgbClr val="DDE3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139696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" y="2139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1031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nativa de acesso I2C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1031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em C com ioctl(I2C_RDWR), compilada pelo NDK e carregada por JNI.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59536" y="2542032"/>
            <a:ext cx="0" cy="265176"/>
          </a:xfrm>
          <a:prstGeom prst="line">
            <a:avLst/>
          </a:prstGeom>
          <a:noFill/>
          <a:ln w="19050">
            <a:solidFill>
              <a:srgbClr val="DDE3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2807208"/>
            <a:ext cx="402336" cy="402336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2807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7706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e calibração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277063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dos coeficientes de fábrica do HTS221 e implementação das fórmulas dos três sensores.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59536" y="3209544"/>
            <a:ext cx="0" cy="265176"/>
          </a:xfrm>
          <a:prstGeom prst="line">
            <a:avLst/>
          </a:prstGeom>
          <a:noFill/>
          <a:ln w="19050">
            <a:solidFill>
              <a:srgbClr val="DDE3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474720"/>
            <a:ext cx="402336" cy="402336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3474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4381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de coleta e MQTT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34381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 service em thread própria, publicando no ThingsBoard a cada 10 segundos.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59536" y="3877056"/>
            <a:ext cx="0" cy="265176"/>
          </a:xfrm>
          <a:prstGeom prst="line">
            <a:avLst/>
          </a:prstGeom>
          <a:noFill/>
          <a:ln w="19050">
            <a:solidFill>
              <a:srgbClr val="DDE3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4142232"/>
            <a:ext cx="402336" cy="402336"/>
          </a:xfrm>
          <a:prstGeom prst="ellipse">
            <a:avLst/>
          </a:prstGeom>
          <a:solidFill>
            <a:srgbClr val="0277B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8368" y="4142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41056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e dashboard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10565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ThingsBoard em Docker, provisionamento por script e dashboard com 10 widgets.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59536" y="4544568"/>
            <a:ext cx="0" cy="265176"/>
          </a:xfrm>
          <a:prstGeom prst="line">
            <a:avLst/>
          </a:prstGeom>
          <a:noFill/>
          <a:ln w="19050">
            <a:solidFill>
              <a:srgbClr val="DDE3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" y="4809744"/>
            <a:ext cx="402336" cy="402336"/>
          </a:xfrm>
          <a:prstGeom prst="ellipse">
            <a:avLst/>
          </a:prstGeom>
          <a:solidFill>
            <a:srgbClr val="0277B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8368" y="4809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280160" y="47731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e histórico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0" y="477316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Cartões com alerta por cor, gráficos em Canvas e modo painel para celular.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59536" y="5212080"/>
            <a:ext cx="0" cy="265176"/>
          </a:xfrm>
          <a:prstGeom prst="line">
            <a:avLst/>
          </a:prstGeom>
          <a:noFill/>
          <a:ln w="19050">
            <a:solidFill>
              <a:srgbClr val="DDE3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" y="5477256"/>
            <a:ext cx="402336" cy="402336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8368" y="5477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1280160" y="5440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ponta a ponta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0" y="54406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em hardware real, com correção dos defeitos encontrados.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GreenPi Monitor · Caio Cesar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Desafios técnicos e soluções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obstáculos que definiram a arquitetura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92808"/>
            <a:ext cx="457200" cy="45720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56362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sem HAL de sensores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9202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dumpsys sensorservice retorna "No Sensors on the device": o SensorManager não enxerga nenhum sensor do Sense HAT.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1563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18745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direto ao barramento por /dev/i2c-1, que tem modo crw-rw-rw- na imagem do kit — sem necessidade de root.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990088"/>
            <a:ext cx="111099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3465576"/>
            <a:ext cx="457200" cy="457200"/>
          </a:xfrm>
          <a:prstGeom prst="ellipse">
            <a:avLst/>
          </a:prstGeom>
          <a:solidFill>
            <a:srgbClr val="0277B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13639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de kernel sem bind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49300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HTS221 e LPS25H aparecem em /sys/bus/i2c/devices com estado waiting_for_supplier; o subsistema IIO também não os expõe.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3136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344728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em espaço de usuário: leitura dos registradores e aplicação das curvas de calibração direto do chip.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562856"/>
            <a:ext cx="111099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5038344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7091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Auto-aquecimento do Sense HAT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065776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placa fica a milímetros do SoC, que opera a 57 °C. O sensor lia 40 °C com o ambiente a cerca de 26 °C.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5020056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Compensação T = T_sensor − (T_cpu − T_sensor) / k, com k calibrável na tela de configurações. O valor bruto continua sendo publicado.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GreenPi Monitor · Caio Cesar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Desafios técnicos e soluções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Obstáculos de integração e de software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7F9F7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0784"/>
            <a:ext cx="365760" cy="365760"/>
          </a:xfrm>
          <a:prstGeom prst="ellipse">
            <a:avLst/>
          </a:prstGeom>
          <a:solidFill>
            <a:srgbClr val="0277B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700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0078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APK para dois cenários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15798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precisa rodar tanto na Pi 5, com sensores, quanto num celular, sem eles.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706624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em tempo de execução de /dev/i2c-1: com Sense HAT o app é coletor e painel; sem ele, apenas painel.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7F9F7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9672" y="1700784"/>
            <a:ext cx="365760" cy="365760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19672" y="1700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170078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vazios no dashboard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519672" y="215798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séries temporais do ThingsBoard não desenhavam nenhuma curva, sem mensagem de erro.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519672" y="2706624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dataKey precisa do bloco settings completo (tipo da série, eixo, estilo). O modelo foi extraído de um widget criado pela própria interface.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7F9F7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3895344"/>
            <a:ext cx="365760" cy="36576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" y="3895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89534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quebrando a formatação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35254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app fechava ao abrir o histórico: a unidade "%rH" era interpretada como especificador de formato.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4901184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passou a ser formatado em separado e só depois concatenado ao texto da unidade.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36576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7F9F7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19672" y="3895344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19672" y="3895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389534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Segredos fora do código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519672" y="435254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do dispositivo e senhas não podem ser versionados junto com o código-fonte.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519672" y="4901184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em tempo de execução, guardada em SharedPreferences, com arquivos de exemplo no repositório.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GreenPi Monitor · Caio Cesar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atual do protótipo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está funcionando de ponta a ponta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4114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1463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1463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11109960" cy="566928"/>
          </a:xfrm>
          <a:prstGeom prst="rect">
            <a:avLst/>
          </a:prstGeom>
          <a:solidFill>
            <a:srgbClr val="F7F9F7"/>
          </a:solidFill>
          <a:ln w="6350">
            <a:solidFill>
              <a:srgbClr val="DDE3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8745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lidos via I2C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187452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HTS221, LPS25H e TCS3400 confirmados por WHO_AM_I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149840" y="18745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441448"/>
            <a:ext cx="11109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44144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nativa em C (JNI/NDK)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244144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libsensehat.so compilada para arm64-v8a e x86_64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0" y="244144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008376"/>
            <a:ext cx="11109960" cy="566928"/>
          </a:xfrm>
          <a:prstGeom prst="rect">
            <a:avLst/>
          </a:prstGeom>
          <a:solidFill>
            <a:srgbClr val="F7F9F7"/>
          </a:solidFill>
          <a:ln w="6350">
            <a:solidFill>
              <a:srgbClr val="DDE3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00837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Compensação térmica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300837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36,7 °C brutos convertidos para 26,6 °C compensados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0" y="300837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575304"/>
            <a:ext cx="11109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575304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de coleta + MQTT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357530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a cada 10 s no ThingsBoard, com QoS 1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0" y="357530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142232"/>
            <a:ext cx="11109960" cy="566928"/>
          </a:xfrm>
          <a:prstGeom prst="rect">
            <a:avLst/>
          </a:prstGeom>
          <a:solidFill>
            <a:srgbClr val="F7F9F7"/>
          </a:solidFill>
          <a:ln w="6350">
            <a:solidFill>
              <a:srgbClr val="DDE3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14223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e dashboard web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0" y="414223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Docker provisionado por script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0" y="414223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709160"/>
            <a:ext cx="11109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47091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nos dois papéis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0" y="470916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Coletor na Pi 5 e painel no celular, com o mesmo APK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0" y="470916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53212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relatório: resultados medidos, integração final e passos para a entrega.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GreenPi Monitor · Caio Cesar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GreenPi Monitor — Status Report 1</dc:title>
  <dc:subject>PptxGenJS Presentation</dc:subject>
  <dc:creator>Caio Cesar</dc:creator>
  <cp:lastModifiedBy>Caio Cesar</cp:lastModifiedBy>
  <cp:revision>1</cp:revision>
  <dcterms:created xsi:type="dcterms:W3CDTF">2026-09-03T12:02:25Z</dcterms:created>
  <dcterms:modified xsi:type="dcterms:W3CDTF">2026-09-03T12:02:25Z</dcterms:modified>
</cp:coreProperties>
</file>