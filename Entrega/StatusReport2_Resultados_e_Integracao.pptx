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segundo relatório: o foco agora é o que já foi alcançado e o que falta para a entrega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números vêm de medições reais no kit, não de estimativas. Cada linha tem evidência nas telas seguintes.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essa correção o projeto mediria a temperatura da própria placa, não a do ambiente. É o ponto que mais exigiu investigação.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os valores batem entre os dois dispositivos: é a prova de que a cadeia completa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 compensação térmica é o mais didático: mostra as três curvas ao mesmo tempo e explica visualmente por que a correção é necessária.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cenários foram executados no kit real, com a Raspberry Pi 5 conectada por Wireless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Assumir os defeitos encontrados é positivo: mostra processo de teste, não improviso.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Nenhum dos próximos passos é bloqueante para o funcionamento: o sistema já opera. São refinamentos e preparação 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a integração: o valor do trabalho final está em conectar os módulos do curso, e isso já está demonstrado.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Integração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— sistema IoT de monitoramento ambiental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funcionando de ponta a ponta em hardware real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Cesar · Curso de Android e Internet das Coisas (IoT)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Pesquisas Eldorado · Campinas, SP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já alcançados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opera de ponta a ponta, com dados reais medidos no kit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91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ambientais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lidos via I2C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591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entre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3591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grandezas enviadas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amostra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46304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62763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3591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no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3447288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015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sensores no hardware real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4015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chips respondem ao WHO_AM_I com os valores esperados (0xBC, 0xBD e 0x90) e entregam dados válidos.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4160520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114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 térmica validada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114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bruta de 36,7 °C é corrigida para 26,6 °C, com o SoC a 52,9 °C. O valor bruto continua publicado para auditoria.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" y="4873752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8280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MQTT → plataforma → REST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8280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publicada com QoS 1, persistida em série temporal e recuperada pelo app. Mais de 800 pontos coletados nos testes.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586984"/>
            <a:ext cx="329184" cy="32918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5586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5412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nos dois papéis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55412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APK opera como coletor na Raspberry Pi 5 e como painel no celular, decidido em tempo de execução.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resultado técnico mais relevante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 do auto-aquecimento do Sense HAT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5681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Sense HAT é montado sobre a Raspberry Pi 5, a poucos milímetros do SoC. Com a CPU operando entre 50 e 58 °C, o calor conduzido pela placa eleva a leitura do sensor de temperatura em 10 a 15 °C — o que tornaria a medição inútil para o propósito do projeto.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99232"/>
            <a:ext cx="11109960" cy="1143000"/>
          </a:xfrm>
          <a:prstGeom prst="roundRect">
            <a:avLst>
              <a:gd name="adj" fmla="val 7200"/>
            </a:avLst>
          </a:prstGeom>
          <a:solidFill>
            <a:srgbClr val="E8F5E9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145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aplicada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93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T_ambiente  =  T_sensor  −  ( T_CPU  −  T_sensor )  /  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566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é ajustável na tela de configurações e foi calibrado com termômetro de referência.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44988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6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36,7 °C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755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bruta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HTS221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4709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434340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383280" y="44988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52,9 °C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51755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SoC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4709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434340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44988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77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51755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calibrado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823960" y="4709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52560" y="434340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052560" y="449884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26,6 °C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51755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compensada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— aplicativo em funcionamento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leitura, dois dispositivos, papéis diferentes</a:t>
            </a:r>
            <a:endParaRPr lang="en-US" sz="1400" dirty="0"/>
          </a:p>
        </p:txBody>
      </p:sp>
      <p:pic>
        <p:nvPicPr>
          <p:cNvPr id="4" name="Image 0" descr="/Users/caiocesar/StudioProjects/FinalProject/Entrega/Outros/evidencias/app_pi_princip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77840" cy="3136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663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— coletor + painel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9560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sensores, compensa, classifica e publica. Rodapé mostra o total de envios confirmados pelo broker.</a:t>
            </a:r>
            <a:endParaRPr lang="en-US" sz="1100" dirty="0"/>
          </a:p>
        </p:txBody>
      </p:sp>
      <p:pic>
        <p:nvPicPr>
          <p:cNvPr id="7" name="Image 1" descr="/Users/caiocesar/StudioProjects/FinalProject/Entrega/Outros/evidencias/app_celular_princip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63040"/>
            <a:ext cx="1874520" cy="4160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0" y="1463040"/>
            <a:ext cx="2971800" cy="4160520"/>
          </a:xfrm>
          <a:prstGeom prst="roundRect">
            <a:avLst>
              <a:gd name="adj" fmla="val 2769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9154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— modo painel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915400" y="212140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Sense HAT, o app detecta a ausência de /dev/i2c-1 e assume só o papel de painel.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915400" y="299008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 plataforma por REST a cada 10 segundos e mostra os mesmos valores.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8915400" y="38587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de coleta fica desabilitado, deixando claro o papel do dispositivo.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8915400" y="47274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no emulador Medium Phone com Android 16 (SDK 36).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Evidência — plataforma de IoT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do ThingsBoard com a telemetria armazenada</a:t>
            </a:r>
            <a:endParaRPr lang="en-US" sz="1400" dirty="0"/>
          </a:p>
        </p:txBody>
      </p:sp>
      <p:pic>
        <p:nvPicPr>
          <p:cNvPr id="4" name="Image 0" descr="/Users/caiocesar/StudioProjects/FinalProject/Entrega/Outros/evidencias/thingsboard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504688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417320"/>
            <a:ext cx="5303520" cy="4297680"/>
          </a:xfrm>
          <a:prstGeom prst="roundRect">
            <a:avLst>
              <a:gd name="adj" fmla="val 1915"/>
            </a:avLst>
          </a:prstGeom>
          <a:solidFill>
            <a:srgbClr val="E1F5FE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2940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painel mostra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10312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cartões com o valor corrente de cada grandeza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283464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 umidade em série temporal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56616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Luminosidade e pressão em série temporal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429768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bruto × compensado × SoC — evidencia a correção térmica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5029200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15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do enlace Wi-Fi ao longo do tempo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realizados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Cenário, resultado esperado e resultado obtido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109960" cy="38404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4447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444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109960" cy="566928"/>
          </a:xfrm>
          <a:prstGeom prst="rect">
            <a:avLst/>
          </a:prstGeom>
          <a:solidFill>
            <a:srgbClr val="F7F9F7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8288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dos chips no barramento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8288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WHO_AM_I igual ao datasheet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8288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0xBC, 0xBD e 0x90 — conforme esperado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54512" y="198424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54512" y="19842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395728"/>
            <a:ext cx="11109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39572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contínua dos sensores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3957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plausíveis e estáveis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395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26,6 °C · 45,8 %rH · 1008,7 hPa · luz 702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954512" y="255117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954512" y="255117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962656"/>
            <a:ext cx="11109960" cy="566928"/>
          </a:xfrm>
          <a:prstGeom prst="rect">
            <a:avLst/>
          </a:prstGeom>
          <a:solidFill>
            <a:srgbClr val="F7F9F7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296265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 térmica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9626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Aproximar a leitura da temperatura real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9626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36,7 °C → 26,6 °C, coerente com o ambiente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954512" y="311810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954512" y="311810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529584"/>
            <a:ext cx="11109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5295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MQTT com QoS 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35295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amostras chegam à plataforma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35295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800 pontos sem perda registrada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954512" y="3685032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954512" y="36850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096512"/>
            <a:ext cx="11109960" cy="566928"/>
          </a:xfrm>
          <a:prstGeom prst="rect">
            <a:avLst/>
          </a:prstGeom>
          <a:solidFill>
            <a:srgbClr val="F7F9F7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0965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do histórico por REST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40965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completas das últimas 3 horas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40965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pontos carregados nos quatro gráficos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54512" y="425196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954512" y="42519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4663440"/>
            <a:ext cx="11109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4663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sem sensores (celular)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480560" y="4663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entra em modo painel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46634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correta; coleta desabilitada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954512" y="481888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954512" y="48188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5230368"/>
            <a:ext cx="11109960" cy="566928"/>
          </a:xfrm>
          <a:prstGeom prst="rect">
            <a:avLst/>
          </a:prstGeom>
          <a:solidFill>
            <a:srgbClr val="F7F9F7"/>
          </a:solidFill>
          <a:ln w="6350">
            <a:solidFill>
              <a:srgbClr val="DDE3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2303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queda do broker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480560" y="52303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Reconexão automática sem reiniciar o app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7589520" y="52303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Reconecta e retoma a publicação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954512" y="538581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0954512" y="538581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Defeitos encontrados e corrigidos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durante os testes em hardware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438912" cy="43891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476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6550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ao abrir o histórico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002536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unidade "%rH" entrava na string de formato e o caractere '%' era lido como especificador, derrubando o aplicativo.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6550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965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passou a ser formatado isoladamente e só depois concatenado à unidade.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11109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429000"/>
            <a:ext cx="438912" cy="43891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1363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sobre a curva do gráfico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34838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mais recente era desenhado dentro da área do gráfico e encobria a linha.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31363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44728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foi movido para o título da seção, deixando a curva limpa.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471416"/>
            <a:ext cx="11109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910328"/>
            <a:ext cx="438912" cy="438912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910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44752" y="4617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de calibração ilegível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496519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conversão de Float para Double exibia 1.600000023841858 na tela de configurações.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4617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492861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Arredondamento na leitura da preferência, exibindo 1.6.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destes defeitos apareceria sem execução no kit real — é o argumento a favor de testar cedo no hardware.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para a finalização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até a entrega e a apresentação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09160" y="1664208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0916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45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fina do fator 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299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 leitura do app com um termômetro de referência ao longo de um dia inteiro e ajustar k conforme necessário.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81328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424160" y="1664208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424160" y="16642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645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Gravação do vídeo de demonstração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02996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protótipo em funcionamento de ponta a ponta, cobrindo os pontos exigidos na apresentação.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314553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277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9160" y="31455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272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na plataforma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5112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regras de limiar no ThingsBoard para gerar alarmes quando o ambiente sair da faixa ideal.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962656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424160" y="3145536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277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424160" y="31455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1272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das faixas por espécie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5112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Adequar os limites de temperatura, umidade e luz à espécie efetivamente estudada.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62686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46268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Ensaio da apresentação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99262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Cronometrar a demonstração ao vivo e preparar um plano B com o vídeo, caso a rede falhe.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443984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7F9F7"/>
          </a:solidFill>
          <a:ln w="9525">
            <a:solidFill>
              <a:srgbClr val="DDE3DD"/>
            </a:solidFill>
            <a:prstDash val="solid"/>
          </a:ln>
          <a:effectLst>
            <a:outerShdw sx="100000" sy="100000" kx="0" ky="0" algn="bl" rotWithShape="0" blurRad="101600" dist="25400" dir="5400000">
              <a:srgbClr val="9E9E9E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24160" y="462686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24160" y="46268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final da documentação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99262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relatório, conferir o conteúdo do .zip e as instruções de execução.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GreenPi Monitor · Caio Cesar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064240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120640" cy="512064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PARCIAL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íntegro,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ponta a ponta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seis pilares do curso estão integrados em um protótipo que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sensores reais, publica na nuvem e apresenta os dados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usuário — na Raspberry Pi 5 e no celular.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etapa: calibração fina, vídeo de demonstração e apresentação final.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GreenPi Monitor — Status Report 2</dc:title>
  <dc:subject>PptxGenJS Presentation</dc:subject>
  <dc:creator>Caio Cesar</dc:creator>
  <cp:lastModifiedBy>Caio Cesar</cp:lastModifiedBy>
  <cp:revision>1</cp:revision>
  <dcterms:created xsi:type="dcterms:W3CDTF">2026-09-03T12:02:25Z</dcterms:created>
  <dcterms:modified xsi:type="dcterms:W3CDTF">2026-09-03T12:02:25Z</dcterms:modified>
</cp:coreProperties>
</file>